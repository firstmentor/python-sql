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32"/>
    <a:srgbClr val="B2B2B2"/>
    <a:srgbClr val="202020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/>
              <a:t>Python Numpy </a:t>
            </a:r>
            <a:endParaRPr lang="zh-CN" altLang="en-US" sz="60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altLang="zh-CN"/>
              <a:t>pip install numpy</a:t>
            </a:r>
            <a:endParaRPr lang="en-IN" altLang="zh-CN"/>
          </a:p>
          <a:p>
            <a:r>
              <a:rPr lang="en-IN" altLang="zh-CN"/>
              <a:t>print(np.__version__)</a:t>
            </a:r>
            <a:endParaRPr lang="en-I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Numpy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383010" cy="4966335"/>
          </a:xfrm>
        </p:spPr>
        <p:txBody>
          <a:bodyPr/>
          <a:p>
            <a:r>
              <a:rPr lang="en-IN" altLang="en-US" sz="2400" b="1">
                <a:solidFill>
                  <a:srgbClr val="FF0000"/>
                </a:solidFill>
              </a:rPr>
              <a:t>Numpy is a Python Package which stands for “Numerical Python”.</a:t>
            </a:r>
            <a:endParaRPr lang="en-IN" altLang="en-US" sz="2400"/>
          </a:p>
          <a:p>
            <a:r>
              <a:rPr lang="en-IN" altLang="en-US" sz="2400" b="1">
                <a:solidFill>
                  <a:srgbClr val="FF0000"/>
                </a:solidFill>
              </a:rPr>
              <a:t>This was created in 2005 by Travis Oliphant.</a:t>
            </a:r>
            <a:endParaRPr lang="en-IN" altLang="en-US" sz="2400" b="1">
              <a:solidFill>
                <a:srgbClr val="FF0000"/>
              </a:solidFill>
            </a:endParaRPr>
          </a:p>
          <a:p>
            <a:r>
              <a:rPr lang="en-IN" altLang="en-US" sz="2400" b="1">
                <a:solidFill>
                  <a:srgbClr val="323232"/>
                </a:solidFill>
              </a:rPr>
              <a:t>Using NumPy we can perform the following functionalities.</a:t>
            </a:r>
            <a:endParaRPr lang="en-IN" altLang="en-US" sz="2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400"/>
              <a:t>1. </a:t>
            </a: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Mathematical and Logical calculations on Array.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2.Fourier transforms and routines for shape manipulation.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3.It has built in functions for Liner Algebra random number generation.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4.User for scientific calculations.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5.It is faster than Python List.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6.It is fast because it is associated with c Programming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Numpy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 sz="1800" b="1">
                <a:solidFill>
                  <a:schemeClr val="accent2"/>
                </a:solidFill>
              </a:rPr>
              <a:t>. NumPy is often callend as an alternate for </a:t>
            </a:r>
            <a:r>
              <a:rPr lang="en-IN" altLang="en-US" sz="1800" b="1">
                <a:solidFill>
                  <a:srgbClr val="FF0000"/>
                </a:solidFill>
              </a:rPr>
              <a:t>MatLab</a:t>
            </a:r>
            <a:r>
              <a:rPr lang="en-IN" altLang="en-US" sz="1800" b="1">
                <a:solidFill>
                  <a:schemeClr val="accent2"/>
                </a:solidFill>
              </a:rPr>
              <a:t> (a programming platform designed specifically for engineers and scientists for Data Analysis, Developing Algorithms, Create Models and applications etc).</a:t>
            </a:r>
            <a:endParaRPr lang="en-IN" altLang="en-US" sz="1800" b="1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altLang="en-US" sz="1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 sz="1800" b="1">
                <a:solidFill>
                  <a:schemeClr val="accent2"/>
                </a:solidFill>
              </a:rPr>
              <a:t>. Numpy is used with packages link </a:t>
            </a:r>
            <a:r>
              <a:rPr lang="en-IN" altLang="en-US" sz="1800" b="1">
                <a:solidFill>
                  <a:srgbClr val="FF0000"/>
                </a:solidFill>
              </a:rPr>
              <a:t>Scipy(Scientific python)</a:t>
            </a:r>
            <a:r>
              <a:rPr lang="en-IN" altLang="en-US" sz="1800" b="1">
                <a:solidFill>
                  <a:schemeClr val="accent2"/>
                </a:solidFill>
              </a:rPr>
              <a:t> and </a:t>
            </a:r>
            <a:r>
              <a:rPr lang="en-IN" altLang="en-US" sz="1800" b="1">
                <a:solidFill>
                  <a:srgbClr val="FF0000"/>
                </a:solidFill>
              </a:rPr>
              <a:t>Mat-Plotlib (Plotting Library)</a:t>
            </a:r>
            <a:r>
              <a:rPr lang="en-IN" altLang="en-US" sz="1800" b="1">
                <a:solidFill>
                  <a:schemeClr val="accent2"/>
                </a:solidFill>
              </a:rPr>
              <a:t> and this makes it capable to replace MatLab.</a:t>
            </a:r>
            <a:endParaRPr lang="en-IN" altLang="en-US" sz="1800" b="1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altLang="en-US" sz="1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 sz="2400" b="1">
                <a:solidFill>
                  <a:schemeClr val="accent2"/>
                </a:solidFill>
              </a:rPr>
              <a:t>1.  1 Dimensional Array id referred to as Vector.</a:t>
            </a:r>
            <a:endParaRPr lang="en-IN" altLang="en-US" sz="24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 sz="2400" b="1">
                <a:solidFill>
                  <a:schemeClr val="accent2"/>
                </a:solidFill>
              </a:rPr>
              <a:t>2.  2 Dimensional Array is referred to as Matrix.</a:t>
            </a:r>
            <a:endParaRPr lang="en-IN" altLang="en-US" sz="24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 sz="2400" b="1">
                <a:solidFill>
                  <a:schemeClr val="accent2"/>
                </a:solidFill>
              </a:rPr>
              <a:t>3.  3 Dimensional Array is referred to as Tensor</a:t>
            </a:r>
            <a:endParaRPr lang="en-I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What is Numpy</a:t>
            </a:r>
            <a:endParaRPr lang="en-I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684020"/>
            <a:ext cx="10753725" cy="3489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Why use Numpy</a:t>
            </a:r>
            <a:endParaRPr lang="en-I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7080" y="1417955"/>
            <a:ext cx="10459720" cy="5179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Creating Arrays with Dimensions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NumPy is used to work with arrays. The array object in NumPy is called ndarray.</a:t>
            </a:r>
            <a:endParaRPr lang="en-US"/>
          </a:p>
          <a:p>
            <a:endParaRPr lang="en-US"/>
          </a:p>
          <a:p>
            <a:r>
              <a:rPr lang="en-US"/>
              <a:t>We can create a NumPy ndarray object by using the array() function.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Dimensions in 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/>
              <a:t>A dimension in arrays is one level of array depth (nested arrays).</a:t>
            </a:r>
            <a:endParaRPr lang="en-US" sz="2400"/>
          </a:p>
          <a:p>
            <a:pPr marL="0" indent="0">
              <a:buNone/>
            </a:pPr>
            <a:endParaRPr lang="en-I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0-D 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0-D arrays, or Scalars, are the elements in an array. Each value in an array is a 0-D array.</a:t>
            </a:r>
            <a:endParaRPr lang="en-IN" altLang="en-US"/>
          </a:p>
          <a:p>
            <a:endParaRPr lang="en-IN" altLang="en-US"/>
          </a:p>
          <a:p>
            <a:r>
              <a:rPr lang="en-IN" altLang="en-US" b="1">
                <a:solidFill>
                  <a:srgbClr val="FF0000"/>
                </a:solidFill>
              </a:rPr>
              <a:t>import numpy as np</a:t>
            </a:r>
            <a:endParaRPr lang="en-IN" altLang="en-US" b="1">
              <a:solidFill>
                <a:srgbClr val="FF0000"/>
              </a:solidFill>
            </a:endParaRPr>
          </a:p>
          <a:p>
            <a:r>
              <a:rPr lang="en-IN" altLang="en-US" b="1">
                <a:solidFill>
                  <a:srgbClr val="FF0000"/>
                </a:solidFill>
              </a:rPr>
              <a:t>arr = np.array(42)</a:t>
            </a:r>
            <a:endParaRPr lang="en-IN" altLang="en-US" b="1">
              <a:solidFill>
                <a:srgbClr val="FF0000"/>
              </a:solidFill>
            </a:endParaRPr>
          </a:p>
          <a:p>
            <a:r>
              <a:rPr lang="en-IN" altLang="en-US" b="1">
                <a:solidFill>
                  <a:srgbClr val="FF0000"/>
                </a:solidFill>
              </a:rPr>
              <a:t>print(arr)</a:t>
            </a:r>
            <a:r>
              <a:rPr lang="en-IN" altLang="en-US"/>
              <a:t>	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1-D array.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array that has 0-D arrays as its elements is called uni-dimensional or 1-D array.</a:t>
            </a:r>
            <a:endParaRPr lang="en-US"/>
          </a:p>
          <a:p>
            <a:r>
              <a:rPr lang="en-US"/>
              <a:t>These are the most common and basic arrays.</a:t>
            </a:r>
            <a:endParaRPr lang="en-US"/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 numpy as np</a:t>
            </a:r>
            <a:endParaRPr 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 = np.array([1, 2, 3, 4, 5])</a:t>
            </a:r>
            <a:endParaRPr 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print(arr)</a:t>
            </a:r>
            <a:endParaRPr 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2-D 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array that has 1-D arrays as its elements is called a 2-D array.</a:t>
            </a:r>
            <a:endParaRPr lang="en-US"/>
          </a:p>
          <a:p>
            <a:r>
              <a:rPr lang="en-US"/>
              <a:t>These are often used to represent matrix or 2nd order tensors.</a:t>
            </a:r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import numpy as np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arr = np.array([[1, 2, 3], [4, 5, 6]])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print(arr)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3-D 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array that has 2-D arrays (matrices) as its elements is called 3-D array.</a:t>
            </a:r>
            <a:endParaRPr lang="en-US"/>
          </a:p>
          <a:p>
            <a:r>
              <a:rPr lang="en-US"/>
              <a:t>These are often used to represent a 3rd order tensor.</a:t>
            </a:r>
            <a:endParaRPr lang="en-US"/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import numpy as np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arr = np.array([[[1, 2, 3], [4, 5, 6]], [[1, 2, 3], [4, 5, 6]]])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print(arr)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5 dimensions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import numpy as np</a:t>
            </a:r>
            <a:endParaRPr lang="en-US"/>
          </a:p>
          <a:p>
            <a:endParaRPr lang="en-US"/>
          </a:p>
          <a:p>
            <a:r>
              <a:rPr lang="en-US"/>
              <a:t>arr = np.array([1, 2, 3, 4], ndmin=6)</a:t>
            </a:r>
            <a:endParaRPr lang="en-US"/>
          </a:p>
          <a:p>
            <a:endParaRPr lang="en-US"/>
          </a:p>
          <a:p>
            <a:r>
              <a:rPr lang="en-US"/>
              <a:t>print(arr)</a:t>
            </a:r>
            <a:endParaRPr lang="en-US"/>
          </a:p>
          <a:p>
            <a:r>
              <a:rPr lang="en-US"/>
              <a:t>print('number of dimensions :', arr.ndim)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NumPy - Indexing, Accessing Array Elemen</a:t>
            </a:r>
            <a:r>
              <a:rPr lang="en-IN" altLang="en-US"/>
              <a:t>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Array indexing is the same as accessing an array element.</a:t>
            </a:r>
            <a:endParaRPr lang="en-US"/>
          </a:p>
          <a:p>
            <a:r>
              <a:rPr lang="en-IN" altLang="en-US"/>
              <a:t>start with 0 , Second 1</a:t>
            </a:r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Slicing 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Slicing in python means taking elements from one given index to another given index.</a:t>
            </a:r>
            <a:endParaRPr lang="en-US"/>
          </a:p>
          <a:p>
            <a:endParaRPr lang="en-US"/>
          </a:p>
          <a:p>
            <a:r>
              <a:rPr lang="en-US"/>
              <a:t>We pass slice instead of index like this: [start:end].</a:t>
            </a:r>
            <a:endParaRPr lang="en-US"/>
          </a:p>
          <a:p>
            <a:endParaRPr lang="en-US"/>
          </a:p>
          <a:p>
            <a:r>
              <a:rPr lang="en-US"/>
              <a:t>We can also define the step, like this: [start:end:step].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NumPy Data Types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Data Types in Python</a:t>
            </a:r>
            <a:endParaRPr lang="en-US"/>
          </a:p>
          <a:p>
            <a:r>
              <a:rPr lang="en-US" sz="2000" b="1">
                <a:solidFill>
                  <a:srgbClr val="FF0000"/>
                </a:solidFill>
              </a:rPr>
              <a:t>strings - used to represent text data, the text is given under quote marks. e.g. "ABCD"</a:t>
            </a:r>
            <a:endParaRPr lang="en-US" sz="2000" b="1">
              <a:solidFill>
                <a:srgbClr val="FF0000"/>
              </a:solidFill>
            </a:endParaRPr>
          </a:p>
          <a:p>
            <a:r>
              <a:rPr lang="en-US" sz="2000" b="1">
                <a:solidFill>
                  <a:srgbClr val="FF0000"/>
                </a:solidFill>
              </a:rPr>
              <a:t>integer - used to represent integer numbers. e.g. -1, -2, -3</a:t>
            </a:r>
            <a:endParaRPr lang="en-US" sz="2000" b="1">
              <a:solidFill>
                <a:srgbClr val="FF0000"/>
              </a:solidFill>
            </a:endParaRPr>
          </a:p>
          <a:p>
            <a:r>
              <a:rPr lang="en-US" sz="2000" b="1">
                <a:solidFill>
                  <a:srgbClr val="FF0000"/>
                </a:solidFill>
              </a:rPr>
              <a:t>float - used to represent real numbers. e.g. 1.2, 42.42</a:t>
            </a:r>
            <a:endParaRPr lang="en-US" sz="2000" b="1">
              <a:solidFill>
                <a:srgbClr val="FF0000"/>
              </a:solidFill>
            </a:endParaRPr>
          </a:p>
          <a:p>
            <a:r>
              <a:rPr lang="en-US" sz="2000" b="1">
                <a:solidFill>
                  <a:srgbClr val="FF0000"/>
                </a:solidFill>
              </a:rPr>
              <a:t>boolean - used to represent True or False.</a:t>
            </a:r>
            <a:endParaRPr lang="en-US" sz="2000" b="1">
              <a:solidFill>
                <a:srgbClr val="FF0000"/>
              </a:solidFill>
            </a:endParaRPr>
          </a:p>
          <a:p>
            <a:r>
              <a:rPr lang="en-US" sz="2000" b="1">
                <a:solidFill>
                  <a:srgbClr val="FF0000"/>
                </a:solidFill>
              </a:rPr>
              <a:t>complex - used to represent complex numbers. e.g. 1.0 + 2.0j, 1.5 + 2.5j</a:t>
            </a:r>
            <a:endParaRPr 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Types in NumPy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i - integer</a:t>
            </a:r>
            <a:endParaRPr lang="en-US" sz="2000"/>
          </a:p>
          <a:p>
            <a:r>
              <a:rPr lang="en-US" sz="2000"/>
              <a:t>b - boolean</a:t>
            </a:r>
            <a:endParaRPr lang="en-US" sz="2000"/>
          </a:p>
          <a:p>
            <a:r>
              <a:rPr lang="en-US" sz="2000"/>
              <a:t>u - unsigned integer</a:t>
            </a:r>
            <a:endParaRPr lang="en-US" sz="2000"/>
          </a:p>
          <a:p>
            <a:r>
              <a:rPr lang="en-US" sz="2000"/>
              <a:t>f - float</a:t>
            </a:r>
            <a:endParaRPr lang="en-US" sz="2000"/>
          </a:p>
          <a:p>
            <a:r>
              <a:rPr lang="en-US" sz="2000"/>
              <a:t>c - complex float</a:t>
            </a:r>
            <a:endParaRPr lang="en-US" sz="2000"/>
          </a:p>
          <a:p>
            <a:r>
              <a:rPr lang="en-US" sz="2000"/>
              <a:t>m - timedelta</a:t>
            </a:r>
            <a:endParaRPr lang="en-US" sz="2000"/>
          </a:p>
          <a:p>
            <a:r>
              <a:rPr lang="en-US" sz="2000"/>
              <a:t>M - datetime</a:t>
            </a:r>
            <a:endParaRPr lang="en-US" sz="2000"/>
          </a:p>
          <a:p>
            <a:r>
              <a:rPr lang="en-US" sz="2000"/>
              <a:t>O - object</a:t>
            </a:r>
            <a:endParaRPr lang="en-US" sz="2000"/>
          </a:p>
          <a:p>
            <a:r>
              <a:rPr lang="en-US" sz="2000"/>
              <a:t>S - string</a:t>
            </a:r>
            <a:endParaRPr lang="en-US" sz="2000"/>
          </a:p>
          <a:p>
            <a:r>
              <a:rPr lang="en-US" sz="2000"/>
              <a:t>U - unicode string</a:t>
            </a:r>
            <a:endParaRPr lang="en-US" sz="2000"/>
          </a:p>
          <a:p>
            <a:r>
              <a:rPr lang="en-US" sz="2000"/>
              <a:t>V - fixed chunk of memory for other type ( void )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NumPy Array Copy vs 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NumPy Array Shape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3126</Words>
  <Application>WPS Presentation</Application>
  <PresentationFormat>宽屏</PresentationFormat>
  <Paragraphs>127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Arial Unicode MS</vt:lpstr>
      <vt:lpstr>Microsoft YaHei</vt:lpstr>
      <vt:lpstr>SimSun</vt:lpstr>
      <vt:lpstr>OpenSymbol</vt:lpstr>
      <vt:lpstr>Business Cooperate</vt:lpstr>
      <vt:lpstr>Python Numpy </vt:lpstr>
      <vt:lpstr>Numpy </vt:lpstr>
      <vt:lpstr>Numpy</vt:lpstr>
      <vt:lpstr>What is Numpy</vt:lpstr>
      <vt:lpstr>Why use Numpy</vt:lpstr>
      <vt:lpstr>Creating Arrays with Dimensions</vt:lpstr>
      <vt:lpstr>Dimensions in Arrays</vt:lpstr>
      <vt:lpstr>0-D Arrays</vt:lpstr>
      <vt:lpstr>1-D array.</vt:lpstr>
      <vt:lpstr>2-D Arrays</vt:lpstr>
      <vt:lpstr>3-D arrays</vt:lpstr>
      <vt:lpstr>5 dimensions</vt:lpstr>
      <vt:lpstr>NumPy - Indexing, Accessing Array Element</vt:lpstr>
      <vt:lpstr>Slicing arrays</vt:lpstr>
      <vt:lpstr>NumPy Data Types</vt:lpstr>
      <vt:lpstr>Data Types in NumPy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vikas</cp:lastModifiedBy>
  <cp:revision>30</cp:revision>
  <dcterms:created xsi:type="dcterms:W3CDTF">2025-01-10T08:10:15Z</dcterms:created>
  <dcterms:modified xsi:type="dcterms:W3CDTF">2025-01-10T08:10:15Z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